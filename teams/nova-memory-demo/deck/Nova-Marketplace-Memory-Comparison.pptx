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a69f57d03642e2" /><Relationship Type="http://schemas.openxmlformats.org/officeDocument/2006/relationships/extended-properties" Target="/docProps/app.xml" Id="R4193c652deef4492" /><Relationship Type="http://schemas.openxmlformats.org/officeDocument/2006/relationships/officeDocument" Target="/ppt/presentation.xml" Id="Rf159582da03f42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37db80e83b4dfb"/>
  </p:sldMasterIdLst>
  <p:notesMasterIdLst>
    <p:notesMasterId xmlns:r="http://schemas.openxmlformats.org/officeDocument/2006/relationships" r:id="R21a73e43c7f54141"/>
  </p:notesMasterIdLst>
  <p:sldIdLst>
    <p:sldId xmlns:r="http://schemas.openxmlformats.org/officeDocument/2006/relationships" id="256" r:id="Rfe20aaff92884e5a"/>
    <p:sldId xmlns:r="http://schemas.openxmlformats.org/officeDocument/2006/relationships" id="257" r:id="R5fed8f3ee9e5488b"/>
    <p:sldId xmlns:r="http://schemas.openxmlformats.org/officeDocument/2006/relationships" id="258" r:id="R6a011d3fc3ad4c1b"/>
    <p:sldId xmlns:r="http://schemas.openxmlformats.org/officeDocument/2006/relationships" id="259" r:id="Rd30b25dbc45d4253"/>
    <p:sldId xmlns:r="http://schemas.openxmlformats.org/officeDocument/2006/relationships" id="260" r:id="Rc3848cdae1a7496e"/>
    <p:sldId xmlns:r="http://schemas.openxmlformats.org/officeDocument/2006/relationships" id="261" r:id="R866401377ba94688"/>
    <p:sldId xmlns:r="http://schemas.openxmlformats.org/officeDocument/2006/relationships" id="262" r:id="R49dbfd1a1f8d40c6"/>
    <p:sldId xmlns:r="http://schemas.openxmlformats.org/officeDocument/2006/relationships" id="263" r:id="R18b287b95e0143e8"/>
    <p:sldId xmlns:r="http://schemas.openxmlformats.org/officeDocument/2006/relationships" id="264" r:id="R296a95fed89445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b0bc5eda274f15" /><Relationship Type="http://schemas.openxmlformats.org/officeDocument/2006/relationships/slideMaster" Target="/ppt/slideMasters/slideMaster1.xml" Id="Rf737db80e83b4dfb" /><Relationship Type="http://schemas.openxmlformats.org/officeDocument/2006/relationships/notesMaster" Target="/ppt/notesMasters/notesMaster1.xml" Id="R21a73e43c7f54141" /><Relationship Type="http://schemas.openxmlformats.org/officeDocument/2006/relationships/presProps" Target="/ppt/presProps.xml" Id="R92c798b8867c4e0a" /><Relationship Type="http://schemas.openxmlformats.org/officeDocument/2006/relationships/tableStyles" Target="/ppt/tableStyles.xml" Id="R74ef59a80444404e" /><Relationship Type="http://schemas.openxmlformats.org/officeDocument/2006/relationships/slide" Target="/ppt/slides/slide1.xml" Id="Rfe20aaff92884e5a" /><Relationship Type="http://schemas.openxmlformats.org/officeDocument/2006/relationships/slide" Target="/ppt/slides/slide2.xml" Id="R5fed8f3ee9e5488b" /><Relationship Type="http://schemas.openxmlformats.org/officeDocument/2006/relationships/slide" Target="/ppt/slides/slide3.xml" Id="R6a011d3fc3ad4c1b" /><Relationship Type="http://schemas.openxmlformats.org/officeDocument/2006/relationships/slide" Target="/ppt/slides/slide4.xml" Id="Rd30b25dbc45d4253" /><Relationship Type="http://schemas.openxmlformats.org/officeDocument/2006/relationships/slide" Target="/ppt/slides/slide5.xml" Id="Rc3848cdae1a7496e" /><Relationship Type="http://schemas.openxmlformats.org/officeDocument/2006/relationships/slide" Target="/ppt/slides/slide6.xml" Id="R866401377ba94688" /><Relationship Type="http://schemas.openxmlformats.org/officeDocument/2006/relationships/slide" Target="/ppt/slides/slide7.xml" Id="R49dbfd1a1f8d40c6" /><Relationship Type="http://schemas.openxmlformats.org/officeDocument/2006/relationships/slide" Target="/ppt/slides/slide8.xml" Id="R18b287b95e0143e8" /><Relationship Type="http://schemas.openxmlformats.org/officeDocument/2006/relationships/slide" Target="/ppt/slides/slide9.xml" Id="R296a95fed89445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a5dedff31343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be82fd2a434bd8" /><Relationship Type="http://schemas.openxmlformats.org/officeDocument/2006/relationships/notesMaster" Target="/ppt/notesMasters/notesMaster1.xml" Id="Ra7f37425ffdb41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eef2dc4b4c41e0" /><Relationship Type="http://schemas.openxmlformats.org/officeDocument/2006/relationships/notesMaster" Target="/ppt/notesMasters/notesMaster1.xml" Id="R725897f46f8349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698717ce374222" /><Relationship Type="http://schemas.openxmlformats.org/officeDocument/2006/relationships/notesMaster" Target="/ppt/notesMasters/notesMaster1.xml" Id="R395040ad5a394d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6f5bb6653f41da" /><Relationship Type="http://schemas.openxmlformats.org/officeDocument/2006/relationships/notesMaster" Target="/ppt/notesMasters/notesMaster1.xml" Id="Rf24eeedb31d14d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50c3514fcd4204" /><Relationship Type="http://schemas.openxmlformats.org/officeDocument/2006/relationships/notesMaster" Target="/ppt/notesMasters/notesMaster1.xml" Id="Rbef9167b857744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6282f638544a01" /><Relationship Type="http://schemas.openxmlformats.org/officeDocument/2006/relationships/notesMaster" Target="/ppt/notesMasters/notesMaster1.xml" Id="Rb0d31bc960194d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91a127d1654b9b" /><Relationship Type="http://schemas.openxmlformats.org/officeDocument/2006/relationships/notesMaster" Target="/ppt/notesMasters/notesMaster1.xml" Id="R363d2f50423947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5d97d736a1414d" /><Relationship Type="http://schemas.openxmlformats.org/officeDocument/2006/relationships/notesMaster" Target="/ppt/notesMasters/notesMaster1.xml" Id="Rc90343c5d83a4c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3df193ab11400c" /><Relationship Type="http://schemas.openxmlformats.org/officeDocument/2006/relationships/notesMaster" Target="/ppt/notesMasters/notesMaster1.xml" Id="R40099def873f43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README and docs/FINDINGS.md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docs/DEMO_PLAN.md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demo/README.md and docs/FINDINGS.md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facilitator/day1.txt and docs/FINDINGS.md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docs/SETUP_STATUS.md and docs/FINDINGS.md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facilitator/day2.txt and demo/README.md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docs/FINDINGS.md and video/EVIDENCE.md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final screenshot and independent npm test run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f051e678e946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ecd71b54b94e5a" /><Relationship Type="http://schemas.openxmlformats.org/officeDocument/2006/relationships/slideLayout" Target="/ppt/slideLayouts/slideLayout1.xml" Id="R6c4d3f5ba4db49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4d3f5ba4db49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9c483fe0e4267" /><Relationship Type="http://schemas.openxmlformats.org/officeDocument/2006/relationships/notesSlide" Target="/ppt/notesSlides/notesSlide1.xml" Id="Reffdfd7a96b844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db42a089b429b" /><Relationship Type="http://schemas.openxmlformats.org/officeDocument/2006/relationships/notesSlide" Target="/ppt/notesSlides/notesSlide2.xml" Id="Rd3231adccecb4d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3d25467ed4111" /><Relationship Type="http://schemas.openxmlformats.org/officeDocument/2006/relationships/notesSlide" Target="/ppt/notesSlides/notesSlide3.xml" Id="R88428da2cc274e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bc14706f84f52" /><Relationship Type="http://schemas.openxmlformats.org/officeDocument/2006/relationships/notesSlide" Target="/ppt/notesSlides/notesSlide4.xml" Id="R7056fb56ef8442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872a1d52d4ee0" /><Relationship Type="http://schemas.openxmlformats.org/officeDocument/2006/relationships/notesSlide" Target="/ppt/notesSlides/notesSlide5.xml" Id="R483dd306f39441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2a643cbdd4f87" /><Relationship Type="http://schemas.openxmlformats.org/officeDocument/2006/relationships/notesSlide" Target="/ppt/notesSlides/notesSlide6.xml" Id="R9a31a91eae8246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86d4149064c9b" /><Relationship Type="http://schemas.openxmlformats.org/officeDocument/2006/relationships/notesSlide" Target="/ppt/notesSlides/notesSlide7.xml" Id="R164e71f578304b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c5fd6a9734f70" /><Relationship Type="http://schemas.openxmlformats.org/officeDocument/2006/relationships/image" Target="/ppt/media/image.jpeg" Id="R31b9f0a5feb4456e" /><Relationship Type="http://schemas.openxmlformats.org/officeDocument/2006/relationships/notesSlide" Target="/ppt/notesSlides/notesSlide8.xml" Id="Re03df9d4ca8d40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9d6f3cfae4a89" /><Relationship Type="http://schemas.openxmlformats.org/officeDocument/2006/relationships/notesSlide" Target="/ppt/notesSlides/notesSlide9.xml" Id="R649b0e9eaad545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C69A3-39C8-4960-A095-3822B097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7E485-7187-468C-BD77-031DDBC8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952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Nova Marketplace</a:t>
            </a:r>
          </a:p>
          <a:p xmlns:a="http://schemas.openxmlformats.org/drawingml/2006/main">
            <a:pPr algn="l">
              <a:defRPr sz="37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overnight memory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CF20D-9774-4A6F-ADAD-AEEE70CA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One decision. Two fresh coding tasks. One controlled difference.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CCDE2-32EB-4476-B651-D5C9EA20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8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C1594-FB4A-4829-8C04-6EEA4D52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D68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D68A"/>
                </a:solidFill>
                <a:latin typeface="Aptos"/>
                <a:ea typeface="Aptos"/>
                <a:cs typeface="Aptos"/>
              </a:rPr>
              <a:t>TiDB-backed mem9 comparison</a:t>
            </a:r>
          </a:p>
        </p:txBody>
      </p:sp>
    </p:spTree>
    <p:extLst>
      <p:ext uri="{BB962C8B-B14F-4D97-AF65-F5344CB8AC3E}">
        <p14:creationId xmlns:p14="http://schemas.microsoft.com/office/powerpoint/2010/main" val="1781560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26F87-EF27-41AA-9208-6C06C05C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continuity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C1451-D22E-4499-A514-088D562C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Can a fresh task recover a decision that exists only in persistent memory?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E99FE-C0B6-44A6-B9C9-FD0DF400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4988B-5D2A-4D97-A225-8DE9EF6B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19526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C3C5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D5558-C679-40CC-A6E9-CABDA523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1533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DAY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83EB8-0E5F-4BDE-84F4-A5DEA1C3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1533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Share the complete</a:t>
            </a:r>
          </a:p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shipping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1FD79-F5C6-4AB0-8841-43DD6ECF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24175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315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73274-E376-4D3E-AA3B-34A0A252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24100"/>
            <a:ext cx="19526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C3C5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83500-E991-429E-AC62-252A21EB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52700"/>
            <a:ext cx="1533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D6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D68A"/>
                </a:solidFill>
                <a:latin typeface="Aptos"/>
                <a:ea typeface="Aptos"/>
                <a:cs typeface="Aptos"/>
              </a:rPr>
              <a:t>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BE29B-E7FF-441D-B8B5-23520B5E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00375"/>
            <a:ext cx="1533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Save it in mem9</a:t>
            </a:r>
          </a:p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for one workspace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6BA9A-2B2B-4254-A10F-18237EC4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24175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315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C52DF-5806-46A3-9D66-A5F7C4CC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19526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C3C5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2D041-9578-4208-AA25-00EBACDF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52700"/>
            <a:ext cx="1533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RESTART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5227E-45EE-413F-A3E6-38209CBB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00375"/>
            <a:ext cx="1533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Start new tasks</a:t>
            </a:r>
          </a:p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without transcripts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90EBC-9082-4454-AA11-BF5EB17C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24175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315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C9711-58BC-4501-9B76-9EF06872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19526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C3C5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224D9-C3BA-4037-8D68-71E1A707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52700"/>
            <a:ext cx="1533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DAY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BA7BB-67B0-4D40-9305-B88FE220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00375"/>
            <a:ext cx="1533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88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Request the same</a:t>
            </a:r>
          </a:p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21254A-9986-464D-89E4-C501B6FE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Success means the second memory-enabled task continues accurately without the rule in its prompt.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C2BC1-B215-4377-B7B1-8F2D4E1B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81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199"/>
                </a:solidFill>
                <a:latin typeface="Aptos"/>
                <a:ea typeface="Aptos"/>
                <a:cs typeface="Aptos"/>
              </a:rPr>
              <a:t>Nova Marketplace  |  2</a:t>
            </a:r>
          </a:p>
        </p:txBody>
      </p:sp>
    </p:spTree>
    <p:extLst>
      <p:ext uri="{BB962C8B-B14F-4D97-AF65-F5344CB8AC3E}">
        <p14:creationId xmlns:p14="http://schemas.microsoft.com/office/powerpoint/2010/main" val="1785627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2CADC-3EFE-4A2F-BBA9-BA5D5758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Controlled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082AC-3791-4C1B-8E89-227209B1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The two workspaces differed only in access to mem9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E1408-50EE-497A-83BC-EC0B3DD1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047750" y="1666875"/>
          <a:ext xmlns:a="http://schemas.openxmlformats.org/drawingml/2006/main" cx="10096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381375"/>
                <a:gridCol w="3381375"/>
              </a:tblGrid>
              <a:tr h="6191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9111F"/>
                          </a:solidFill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32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9111F"/>
                          </a:solidFill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32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9111F"/>
                          </a:solidFill>
                        </a:rPr>
                        <a:t>WITH MEM9</a:t>
                      </a:r>
                    </a:p>
                  </a:txBody>
                  <a:tcPr marL="91440" marR="91440" marT="45720" marB="45720">
                    <a:solidFill>
                      <a:srgbClr val="32C5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4F7FB"/>
                          </a:solidFill>
                        </a:rPr>
                        <a:t>Starter code and tests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4F7FB"/>
                          </a:solidFill>
                        </a:rPr>
                        <a:t>Identical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4F7FB"/>
                          </a:solidFill>
                        </a:rPr>
                        <a:t>Identical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4F7FB"/>
                          </a:solidFill>
                        </a:rPr>
                        <a:t>Day 1 and Day 2 prompts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4F7FB"/>
                          </a:solidFill>
                        </a:rPr>
                        <a:t>Identical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4F7FB"/>
                          </a:solidFill>
                        </a:rPr>
                        <a:t>Identical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4F7FB"/>
                          </a:solidFill>
                        </a:rPr>
                        <a:t>Model and effort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4F7FB"/>
                          </a:solidFill>
                        </a:rPr>
                        <a:t>GPT-5.6 Sol Medium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4F7FB"/>
                          </a:solidFill>
                        </a:rPr>
                        <a:t>GPT-5.6 Sol Medium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4F7FB"/>
                          </a:solidFill>
                        </a:rPr>
                        <a:t>Earlier transcript on Day 2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4F7FB"/>
                          </a:solidFill>
                        </a:rPr>
                        <a:t>Unavailable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4F7FB"/>
                          </a:solidFill>
                        </a:rPr>
                        <a:t>Unavailable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4F7FB"/>
                          </a:solidFill>
                        </a:rPr>
                        <a:t>Local memory access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4F7FB"/>
                          </a:solidFill>
                        </a:rPr>
                        <a:t>No .env or API key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4F7FB"/>
                          </a:solidFill>
                        </a:rPr>
                        <a:t>Authenticated mem9 access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76700-1A4B-40E1-B085-403CB7AA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81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199"/>
                </a:solidFill>
                <a:latin typeface="Aptos"/>
                <a:ea typeface="Aptos"/>
                <a:cs typeface="Aptos"/>
              </a:rPr>
              <a:t>Nova Marketplace  |  3</a:t>
            </a:r>
          </a:p>
        </p:txBody>
      </p:sp>
    </p:spTree>
    <p:extLst>
      <p:ext uri="{BB962C8B-B14F-4D97-AF65-F5344CB8AC3E}">
        <p14:creationId xmlns:p14="http://schemas.microsoft.com/office/powerpoint/2010/main" val="241330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2AD39-2D26-4730-BF7E-17FCD681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Day 1 shipping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BD0F1-8758-421B-AD5F-9091DCBF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Published only after both Day 2 runs were captured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F8739-9661-4590-B66A-CFEC8D0C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577B4-689A-48B0-9CC8-A0E960BF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81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0C6D8-9EE7-4095-9057-F3985663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66875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A nonempty cart with valid integer money and quantities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A9797-B04B-456E-8DCF-F6BD0BF8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6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21F52-F44D-42FA-ABD6-2147501E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At least 5,000 cents from items whose kind is exactly 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0E1E6-1D0E-4BF4-9278-BAF40CCF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19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E45FF-ED30-4B65-AFC6-2037BA0B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Destination is one of the 48 contiguous states or DC, case-insensitive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D1A20-74BA-437A-9933-AC07A1A1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68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CB1EF-65D1-4549-ACF9-27E868B9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2425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A valid ISO-8601 timestamp with an explicit zone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1E12E-6125-4B7A-8F81-A776328F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3724E-1568-4CE6-B606-1714588A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Friday is calculated in America/New_York, including daylight saving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BB45B-46EB-4381-8065-38D8DD04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68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3D627-76FE-4DA0-86E9-48572736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Gift-card and digital items do not count; orderTotalCents stays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402FE-8A5F-4619-9A31-298E9A62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81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199"/>
                </a:solidFill>
                <a:latin typeface="Aptos"/>
                <a:ea typeface="Aptos"/>
                <a:cs typeface="Aptos"/>
              </a:rPr>
              <a:t>Nova Marketplace  |  4</a:t>
            </a:r>
          </a:p>
        </p:txBody>
      </p:sp>
    </p:spTree>
    <p:extLst>
      <p:ext uri="{BB962C8B-B14F-4D97-AF65-F5344CB8AC3E}">
        <p14:creationId xmlns:p14="http://schemas.microsoft.com/office/powerpoint/2010/main" val="1730353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3AEDE-5B85-4522-8923-D192A1B2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Persistence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E9711-1B7D-4DDB-A744-5B688771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The same pinned memory remained readable after the server restarted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186BD-819A-4614-BF2C-06A13C75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96C10-27C5-43AF-B677-CEA3690F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286000" cy="1476375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32C5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37872-E9BA-4DF4-A8B4-279881F7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765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Coding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FB7EC-AC14-49C8-B60D-BC74D46B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0375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memory.js 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8646D-6FB1-4042-B79F-757BC489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0325"/>
            <a:ext cx="552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375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C0C91-235A-43CC-81F1-06A8A7B3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2286000" cy="1476375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55D6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43713-E549-42CB-A3D5-50F883FE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765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8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5D6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5D68A"/>
                </a:solidFill>
                <a:latin typeface="Aptos"/>
                <a:ea typeface="Aptos"/>
                <a:cs typeface="Aptos"/>
              </a:rPr>
              <a:t>Self-hosted mem9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473E1-3BC4-4A0E-B82A-6397D66F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0375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localhost:8080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4DC3C-B6C1-4021-84EA-893F1A3C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00325"/>
            <a:ext cx="552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375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FFEF6-B097-46A8-9BA8-CF301ACE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2286000" cy="1476375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32C5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6F58F-A9D4-4CED-8DF7-061DD22D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765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TiDB Cloud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74D0D-6E9B-4176-B008-8F7A7EA3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00375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mnemos database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714F2-339D-4188-A319-477BD6C6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2A22"/>
          </a:solidFill>
          <a:ln xmlns:a="http://schemas.openxmlformats.org/drawingml/2006/main" w="9525">
            <a:solidFill>
              <a:srgbClr val="55D68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8CEA9-D174-4118-956B-3AC4387D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386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9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D6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D68A"/>
                </a:solidFill>
                <a:latin typeface="Aptos"/>
                <a:ea typeface="Aptos"/>
                <a:cs typeface="Aptos"/>
              </a:rPr>
              <a:t>Memory ID 9552f313… remained available after restart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765624-85B5-4FE1-A221-57DF49F0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81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199"/>
                </a:solidFill>
                <a:latin typeface="Aptos"/>
                <a:ea typeface="Aptos"/>
                <a:cs typeface="Aptos"/>
              </a:rPr>
              <a:t>Nova Marketplace  |  5</a:t>
            </a:r>
          </a:p>
        </p:txBody>
      </p:sp>
    </p:spTree>
    <p:extLst>
      <p:ext uri="{BB962C8B-B14F-4D97-AF65-F5344CB8AC3E}">
        <p14:creationId xmlns:p14="http://schemas.microsoft.com/office/powerpoint/2010/main" val="11333358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D709D-F7DE-4FB3-8551-E68D6B6F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fresh Day 2 prompt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5E46F-EE59-4AD0-966B-57D55B37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The rule and earlier transcript were absent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8DD2B-8867-4B5D-8C8F-9A4DC63C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4C237-817A-49AE-888A-1DDE4D89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62125"/>
            <a:ext cx="10001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C3C5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84F19-C321-4A47-892E-F324BB1F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14550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“Implement the Friday free-shipping eligibility check we agreed on yesterday. Add tests for the edge cases. First try node --env-file=.env bin/memory.js recall "Friday shipping". If you cannot recover the full rule, ask for the missing details rather than inventing them. Do not use an earlier chat transcript.”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98F77-F689-4F05-8159-49370B72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863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Same wording in both fresh tasks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16E5D-0A74-4A2F-A257-B7E19DD1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81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199"/>
                </a:solidFill>
                <a:latin typeface="Aptos"/>
                <a:ea typeface="Aptos"/>
                <a:cs typeface="Aptos"/>
              </a:rPr>
              <a:t>Nova Marketplace  |  6</a:t>
            </a:r>
          </a:p>
        </p:txBody>
      </p:sp>
    </p:spTree>
    <p:extLst>
      <p:ext uri="{BB962C8B-B14F-4D97-AF65-F5344CB8AC3E}">
        <p14:creationId xmlns:p14="http://schemas.microsoft.com/office/powerpoint/2010/main" val="1044144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F5281-A24B-40EA-82C9-A3107A72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Fresh-task behavior diverged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10D5C-D9B6-47ED-A0D4-7B13757F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The baseline stopped; the memory-enabled task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7B90F-8B17-4832-9905-132FCF46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905250"/>
                <a:gridCol w="3905250"/>
              </a:tblGrid>
              <a:tr h="8001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9111F"/>
                          </a:solidFill>
                        </a:rPr>
                        <a:t>OBSERVATION</a:t>
                      </a:r>
                    </a:p>
                  </a:txBody>
                  <a:tcPr marL="91440" marR="91440" marT="45720" marB="45720">
                    <a:solidFill>
                      <a:srgbClr val="32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9111F"/>
                          </a:solidFill>
                        </a:rPr>
                        <a:t>NO MEMORY</a:t>
                      </a:r>
                    </a:p>
                  </a:txBody>
                  <a:tcPr marL="91440" marR="91440" marT="45720" marB="45720">
                    <a:solidFill>
                      <a:srgbClr val="32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9111F"/>
                          </a:solidFill>
                        </a:rPr>
                        <a:t>WITH MEM9</a:t>
                      </a:r>
                    </a:p>
                  </a:txBody>
                  <a:tcPr marL="91440" marR="91440" marT="45720" marB="45720">
                    <a:solidFill>
                      <a:srgbClr val="32C5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7FB"/>
                          </a:solidFill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BF69"/>
                          </a:solidFill>
                        </a:rPr>
                        <a:t>Unavailable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D68A"/>
                          </a:solidFill>
                        </a:rPr>
                        <a:t>Complete Day 1 decision returned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7FB"/>
                          </a:solidFill>
                        </a:rPr>
                        <a:t>First response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BF69"/>
                          </a:solidFill>
                        </a:rPr>
                        <a:t>Asked for missing details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D68A"/>
                          </a:solidFill>
                        </a:rPr>
                        <a:t>Started implementation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7FB"/>
                          </a:solidFill>
                        </a:rPr>
                        <a:t>Files changed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BF69"/>
                          </a:solidFill>
                        </a:rPr>
                        <a:t>None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D68A"/>
                          </a:solidFill>
                        </a:rPr>
                        <a:t>checkout.js and checkout.test.js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7FB"/>
                          </a:solidFill>
                        </a:rPr>
                        <a:t>Verification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BF69"/>
                          </a:solidFill>
                        </a:rPr>
                        <a:t>No new implementation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D68A"/>
                          </a:solidFill>
                        </a:rPr>
                        <a:t>12 of 12 tests passed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05567-6A6D-4013-8FD7-A81FDF56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81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199"/>
                </a:solidFill>
                <a:latin typeface="Aptos"/>
                <a:ea typeface="Aptos"/>
                <a:cs typeface="Aptos"/>
              </a:rPr>
              <a:t>Nova Marketplace  |  7</a:t>
            </a:r>
          </a:p>
        </p:txBody>
      </p:sp>
    </p:spTree>
    <p:extLst>
      <p:ext uri="{BB962C8B-B14F-4D97-AF65-F5344CB8AC3E}">
        <p14:creationId xmlns:p14="http://schemas.microsoft.com/office/powerpoint/2010/main" val="1367265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08341C-9371-4DFB-9E7E-5C98694A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Implementation and test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28206-A035-4846-9BAD-A196DF6A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The recovered rule became code and edge-case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BB7F7-F988-40F5-96D6-CF42E98A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9f0a5feb4456e"/>
          <a:stretch xmlns:a="http://schemas.openxmlformats.org/drawingml/2006/main"/>
        </p:blipFill>
        <p:spPr>
          <a:xfrm xmlns:a="http://schemas.openxmlformats.org/drawingml/2006/main">
            <a:off x="5810250" y="1666875"/>
            <a:ext cx="5715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A513F-4932-48D7-AF8C-BD07E211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68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523BE-8E02-4FCD-A5AB-0961E7FB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Product subtotal threshold: 5,000 cents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A0A0C-A579-4625-B065-4F587F85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6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401D2-5269-45E4-91C4-856DBA44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Contiguous states and DC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D7791-375F-430C-B747-1ECE275D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68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1B89E-84E5-4261-904F-7A87A88D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Explicit ISO timestamp zone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A8B49-6CD1-4511-8919-D15B768F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68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5E659-05D4-43AE-8C25-C74DD470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67125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America/New_York weekday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680A8-5005-4D37-A9CB-1DF07B3A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68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458FC-9E4A-42E2-91E5-241FBE2A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Existing total calculation unchanged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79003-9393-4DB6-A01C-4B5196F2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4000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A22"/>
          </a:solidFill>
          <a:ln xmlns:a="http://schemas.openxmlformats.org/drawingml/2006/main" w="9525">
            <a:solidFill>
              <a:srgbClr val="55D68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2AC57-7BD7-41F2-98E0-6C1A1857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D6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5D68A"/>
                </a:solidFill>
                <a:latin typeface="Aptos"/>
                <a:ea typeface="Aptos"/>
                <a:cs typeface="Aptos"/>
              </a:rPr>
              <a:t>12 / 12 tests passed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7E558-9C08-4148-8BBA-77416907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81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199"/>
                </a:solidFill>
                <a:latin typeface="Aptos"/>
                <a:ea typeface="Aptos"/>
                <a:cs typeface="Aptos"/>
              </a:rPr>
              <a:t>Nova Marketplace  |  8</a:t>
            </a:r>
          </a:p>
        </p:txBody>
      </p:sp>
    </p:spTree>
    <p:extLst>
      <p:ext uri="{BB962C8B-B14F-4D97-AF65-F5344CB8AC3E}">
        <p14:creationId xmlns:p14="http://schemas.microsoft.com/office/powerpoint/2010/main" val="10306319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609FD8-D953-4115-B1A0-E140B614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What the experiment established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0F664-76E4-4AFF-837C-8D0697EC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7C8"/>
                </a:solidFill>
                <a:latin typeface="Aptos"/>
                <a:ea typeface="Aptos"/>
                <a:cs typeface="Aptos"/>
              </a:rPr>
              <a:t>A measured result with explicit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C5F63-8721-4EC6-B89A-400C454B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20440-9ADD-4A2E-9E3D-2FFF5DF0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5D68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5D68A"/>
                </a:solidFill>
                <a:latin typeface="Aptos"/>
                <a:ea typeface="Aptos"/>
                <a:cs typeface="Aptos"/>
              </a:rPr>
              <a:t>Observed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924B8-5C66-4624-B614-0B1A7A47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6E724-5C97-4288-BA5F-EFFD8D51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baseline asked for clarification.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69923-1393-48C2-991B-7EF8EA82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6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4E652-02CF-461E-BF38-E32F3E4E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memory-enabled task recovered the decision.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596D8-AE15-4B4B-8423-82EA5E2B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68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DFD68-5F24-4B9F-A1EA-F8604CD0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Its implementation passed all 12 tests.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2920A-157B-4194-8F5D-7F42ED58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Limits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BFE86-93F5-4F05-955E-40351262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55C79-7414-4F9F-9895-961487F7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90750"/>
            <a:ext cx="407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One synthetic checkout 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04ABF-D8B6-4F6B-AAD7-BC56F970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19E46-3FE6-4A95-9F2F-D882FC77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57500"/>
            <a:ext cx="407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Keyword-oriented retrieval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3A4F8-50EB-474F-8AB4-10DD5375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66E19-69E6-4A54-9012-F39D313B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24250"/>
            <a:ext cx="407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One model and one pair of final runs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FA46E-146D-4946-A25B-7635049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854092-AA55-48F4-8026-96D09CE0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91000"/>
            <a:ext cx="407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No production-scale claim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F294E0-0405-4402-849F-C296A979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09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5360E7-3957-4F1F-AC45-A6F76DD0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Persistent memory enabled accurate continuation after a fresh start in this controlled test.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62C850-9DBF-4FC2-A7D3-2EF57DF8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81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199"/>
                </a:solidFill>
                <a:latin typeface="Aptos"/>
                <a:ea typeface="Aptos"/>
                <a:cs typeface="Aptos"/>
              </a:rPr>
              <a:t>Nova Marketplace  |  9</a:t>
            </a:r>
          </a:p>
        </p:txBody>
      </p:sp>
    </p:spTree>
    <p:extLst>
      <p:ext uri="{BB962C8B-B14F-4D97-AF65-F5344CB8AC3E}">
        <p14:creationId xmlns:p14="http://schemas.microsoft.com/office/powerpoint/2010/main" val="6638464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2026-09-19T13:08:29.0550000Z</dcterms:created>
  <dcterms:modified xsi:type="dcterms:W3CDTF">2026-09-19T13:08:29.0550000Z</dcterms:modified>
</coreProperties>
</file>